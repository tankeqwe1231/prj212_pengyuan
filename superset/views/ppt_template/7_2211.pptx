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2126"/>
    <a:srgbClr val="E5E4DF"/>
    <a:srgbClr val="E6E6E6"/>
    <a:srgbClr val="EE3712"/>
    <a:srgbClr val="CD2F0F"/>
    <a:srgbClr val="D20000"/>
    <a:srgbClr val="D76C4A"/>
    <a:srgbClr val="667982"/>
    <a:srgbClr val="F7A79F"/>
    <a:srgbClr val="FF7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73F72-0697-4C03-945D-46D308A67281}" v="281" dt="2025-06-09T09:52:31.8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0889" autoAdjust="0"/>
  </p:normalViewPr>
  <p:slideViewPr>
    <p:cSldViewPr snapToGrid="0">
      <p:cViewPr varScale="1">
        <p:scale>
          <a:sx n="114" d="100"/>
          <a:sy n="114" d="100"/>
        </p:scale>
        <p:origin x="85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2784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85"/>
            </a:lvl1pPr>
          </a:lstStyle>
          <a:p>
            <a:fld id="{0F9B84EA-7D68-4D60-9CB1-D50884785D1C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2784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8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D11B9-2970-4A08-9453-0B104866362C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2C070-4EB3-4067-93F2-D631B1A783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02">
            <a:extLst>
              <a:ext uri="{FF2B5EF4-FFF2-40B4-BE49-F238E27FC236}">
                <a16:creationId xmlns:a16="http://schemas.microsoft.com/office/drawing/2014/main" id="{F6F639F4-374E-E820-BEE9-24D988690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505180" y="0"/>
            <a:ext cx="1362595" cy="4633998"/>
          </a:xfrm>
          <a:prstGeom prst="rect">
            <a:avLst/>
          </a:prstGeom>
        </p:spPr>
      </p:pic>
      <p:pic>
        <p:nvPicPr>
          <p:cNvPr id="4" name="image 102">
            <a:extLst>
              <a:ext uri="{FF2B5EF4-FFF2-40B4-BE49-F238E27FC236}">
                <a16:creationId xmlns:a16="http://schemas.microsoft.com/office/drawing/2014/main" id="{3E48920A-628D-1E00-080D-26755B423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712709" y="3460794"/>
            <a:ext cx="998925" cy="3397206"/>
          </a:xfrm>
          <a:prstGeom prst="rect">
            <a:avLst/>
          </a:prstGeom>
        </p:spPr>
      </p:pic>
      <p:sp>
        <p:nvSpPr>
          <p:cNvPr id="5" name="Object 105">
            <a:extLst>
              <a:ext uri="{FF2B5EF4-FFF2-40B4-BE49-F238E27FC236}">
                <a16:creationId xmlns:a16="http://schemas.microsoft.com/office/drawing/2014/main" id="{004671BF-5163-8CF7-3492-D32F68F538B1}"/>
              </a:ext>
            </a:extLst>
          </p:cNvPr>
          <p:cNvSpPr txBox="1"/>
          <p:nvPr userDrawn="1"/>
        </p:nvSpPr>
        <p:spPr>
          <a:xfrm>
            <a:off x="358798" y="3674895"/>
            <a:ext cx="1386875" cy="3527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2000" spc="225" dirty="0">
                <a:solidFill>
                  <a:srgbClr val="C8212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Polyester</a:t>
            </a:r>
            <a:endParaRPr lang="zh-CN" altLang="en-US" sz="200" dirty="0">
              <a:solidFill>
                <a:srgbClr val="C8212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FAEB3AE-D256-63FC-6E84-868B1B5E298B}"/>
              </a:ext>
            </a:extLst>
          </p:cNvPr>
          <p:cNvSpPr/>
          <p:nvPr userDrawn="1"/>
        </p:nvSpPr>
        <p:spPr>
          <a:xfrm>
            <a:off x="7401911" y="8092"/>
            <a:ext cx="4559635" cy="6858000"/>
          </a:xfrm>
          <a:prstGeom prst="parallelogram">
            <a:avLst>
              <a:gd name="adj" fmla="val 21256"/>
            </a:avLst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5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1C8BEC-C707-C5A1-6A01-EA2DE45A9306}"/>
              </a:ext>
            </a:extLst>
          </p:cNvPr>
          <p:cNvSpPr txBox="1"/>
          <p:nvPr userDrawn="1"/>
        </p:nvSpPr>
        <p:spPr>
          <a:xfrm>
            <a:off x="358797" y="6443410"/>
            <a:ext cx="692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 dirty="0"/>
              <a:t>We has lawfully obtained the qualification for futures trading advisory business</a:t>
            </a:r>
            <a:r>
              <a:rPr lang="en-US" altLang="zh-CN" sz="1100" b="1" dirty="0"/>
              <a:t>.</a:t>
            </a:r>
            <a:endParaRPr lang="en-US" altLang="zh-CN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A013EE-621E-D5BF-FA4F-D0967A8912B9}"/>
              </a:ext>
            </a:extLst>
          </p:cNvPr>
          <p:cNvSpPr txBox="1"/>
          <p:nvPr userDrawn="1"/>
        </p:nvSpPr>
        <p:spPr>
          <a:xfrm>
            <a:off x="2812203" y="4905407"/>
            <a:ext cx="3720799" cy="688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Reviewed by​​: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XIAO LANLAN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TCQC No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Z0013951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30657F2-58E7-0681-94BF-3ED4F0F6156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98" y="414590"/>
            <a:ext cx="2453405" cy="81722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F0DFF2-9EBB-864C-FC3B-5BBC4C0B9635}"/>
              </a:ext>
            </a:extLst>
          </p:cNvPr>
          <p:cNvSpPr/>
          <p:nvPr userDrawn="1"/>
        </p:nvSpPr>
        <p:spPr>
          <a:xfrm flipV="1">
            <a:off x="358798" y="4043412"/>
            <a:ext cx="2952000" cy="58454"/>
          </a:xfrm>
          <a:prstGeom prst="rect">
            <a:avLst/>
          </a:prstGeom>
          <a:solidFill>
            <a:srgbClr val="C82126"/>
          </a:solidFill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5BBEA8-4924-58D7-2A64-533CE6AB33BA}"/>
              </a:ext>
            </a:extLst>
          </p:cNvPr>
          <p:cNvSpPr txBox="1"/>
          <p:nvPr userDrawn="1"/>
        </p:nvSpPr>
        <p:spPr>
          <a:xfrm>
            <a:off x="358798" y="4888001"/>
            <a:ext cx="3301039" cy="1710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Author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LIU SIQI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FQC No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F3083559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TCQC No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Z0016260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Email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liusiqi@zjtfqh.com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E53A0AC3-48DC-6F7C-BD2E-7A02998CD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8942" y="3674784"/>
            <a:ext cx="1966600" cy="3527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000" kern="1200" spc="225" dirty="0">
                <a:solidFill>
                  <a:srgbClr val="C8212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5BCD1992-3103-5DB6-21CF-C44BBF259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813" y="1920875"/>
            <a:ext cx="7572375" cy="1446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kern="1200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8A273F2-26B8-4177-5C98-801D16B270D5}"/>
              </a:ext>
            </a:extLst>
          </p:cNvPr>
          <p:cNvSpPr txBox="1"/>
          <p:nvPr userDrawn="1"/>
        </p:nvSpPr>
        <p:spPr>
          <a:xfrm>
            <a:off x="2618509" y="1354975"/>
            <a:ext cx="153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1-222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C9517B-6319-5CF9-F14D-61A655FFCAE2}"/>
              </a:ext>
            </a:extLst>
          </p:cNvPr>
          <p:cNvSpPr/>
          <p:nvPr userDrawn="1"/>
        </p:nvSpPr>
        <p:spPr>
          <a:xfrm>
            <a:off x="733716" y="284558"/>
            <a:ext cx="2058121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Summary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9DE9D5-788D-2A34-6EA6-776C50797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71BF2A7-6AAE-69FC-99C1-24C29F05B4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5" y="200025"/>
            <a:ext cx="9077325" cy="72231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kern="1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5">
            <a:extLst>
              <a:ext uri="{FF2B5EF4-FFF2-40B4-BE49-F238E27FC236}">
                <a16:creationId xmlns:a16="http://schemas.microsoft.com/office/drawing/2014/main" id="{A624A30B-50F5-A791-82F0-11D63A94CBA5}"/>
              </a:ext>
            </a:extLst>
          </p:cNvPr>
          <p:cNvSpPr txBox="1"/>
          <p:nvPr userDrawn="1"/>
        </p:nvSpPr>
        <p:spPr>
          <a:xfrm>
            <a:off x="383471" y="3670370"/>
            <a:ext cx="4732907" cy="2922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2000" spc="225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THANKS FOR YOUR ATTENTION</a:t>
            </a:r>
          </a:p>
        </p:txBody>
      </p:sp>
      <p:pic>
        <p:nvPicPr>
          <p:cNvPr id="11" name="image 102">
            <a:extLst>
              <a:ext uri="{FF2B5EF4-FFF2-40B4-BE49-F238E27FC236}">
                <a16:creationId xmlns:a16="http://schemas.microsoft.com/office/drawing/2014/main" id="{316045F2-570E-01DB-790F-91E9904187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420162" y="0"/>
            <a:ext cx="1362595" cy="4633998"/>
          </a:xfrm>
          <a:prstGeom prst="rect">
            <a:avLst/>
          </a:prstGeom>
        </p:spPr>
      </p:pic>
      <p:sp>
        <p:nvSpPr>
          <p:cNvPr id="12" name="Object 108">
            <a:extLst>
              <a:ext uri="{FF2B5EF4-FFF2-40B4-BE49-F238E27FC236}">
                <a16:creationId xmlns:a16="http://schemas.microsoft.com/office/drawing/2014/main" id="{620E5573-B290-2ED2-E29D-68B4DBC5CA63}"/>
              </a:ext>
            </a:extLst>
          </p:cNvPr>
          <p:cNvSpPr txBox="1"/>
          <p:nvPr userDrawn="1"/>
        </p:nvSpPr>
        <p:spPr>
          <a:xfrm>
            <a:off x="383470" y="2755124"/>
            <a:ext cx="7003869" cy="8293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5400" b="1" spc="600" dirty="0">
                <a:solidFill>
                  <a:srgbClr val="33333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THANKS!</a:t>
            </a:r>
            <a:endParaRPr lang="zh-CN" altLang="en-US" sz="5400" b="1" spc="600" dirty="0">
              <a:solidFill>
                <a:srgbClr val="33333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13" name="image 102">
            <a:extLst>
              <a:ext uri="{FF2B5EF4-FFF2-40B4-BE49-F238E27FC236}">
                <a16:creationId xmlns:a16="http://schemas.microsoft.com/office/drawing/2014/main" id="{EF72B77C-A583-7330-AAD8-BCE3C7E00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712709" y="3460794"/>
            <a:ext cx="998925" cy="3397206"/>
          </a:xfrm>
          <a:prstGeom prst="rect">
            <a:avLst/>
          </a:prstGeom>
        </p:spPr>
      </p:pic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220B761D-53AB-227A-E606-93E0D94C2326}"/>
              </a:ext>
            </a:extLst>
          </p:cNvPr>
          <p:cNvSpPr/>
          <p:nvPr userDrawn="1"/>
        </p:nvSpPr>
        <p:spPr>
          <a:xfrm>
            <a:off x="7420162" y="0"/>
            <a:ext cx="4559635" cy="6858000"/>
          </a:xfrm>
          <a:prstGeom prst="parallelogram">
            <a:avLst>
              <a:gd name="adj" fmla="val 21256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5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F952734-B132-01A0-DA3B-BD67892C9A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98" y="414590"/>
            <a:ext cx="2453405" cy="8172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5C6A735-1738-23DD-BCD7-295D73125E05}"/>
              </a:ext>
            </a:extLst>
          </p:cNvPr>
          <p:cNvSpPr/>
          <p:nvPr userDrawn="1"/>
        </p:nvSpPr>
        <p:spPr>
          <a:xfrm flipV="1">
            <a:off x="383470" y="4137193"/>
            <a:ext cx="3911439" cy="45719"/>
          </a:xfrm>
          <a:prstGeom prst="rect">
            <a:avLst/>
          </a:prstGeom>
          <a:solidFill>
            <a:srgbClr val="C82126"/>
          </a:solidFill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母版1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等线</vt:lpstr>
      <vt:lpstr>黑体</vt:lpstr>
      <vt:lpstr>思源宋体 CN Heavy</vt:lpstr>
      <vt:lpstr>宋体</vt:lpstr>
      <vt:lpstr>微软雅黑</vt:lpstr>
      <vt:lpstr>Arial</vt:lpstr>
      <vt:lpstr>Calibri</vt:lpstr>
      <vt:lpstr>母版1​​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Robin</dc:creator>
  <cp:lastModifiedBy>kt</cp:lastModifiedBy>
  <cp:revision>8014</cp:revision>
  <cp:lastPrinted>2019-12-03T12:03:00Z</cp:lastPrinted>
  <dcterms:created xsi:type="dcterms:W3CDTF">2019-11-11T09:50:00Z</dcterms:created>
  <dcterms:modified xsi:type="dcterms:W3CDTF">2025-07-07T02:39:36Z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F894FF0387AE4260BFAD6C63FB35F6ED_13</vt:lpwstr>
  </property>
  <property fmtid="{D5CDD505-2E9C-101B-9397-08002B2CF9AE}" pid="3" name="KSOProductBuildVer">
    <vt:lpwstr>2052-12.8.2.18205</vt:lpwstr>
  </property>
</Properties>
</file>